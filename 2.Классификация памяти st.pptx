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60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15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3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508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471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93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361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94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169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53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02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48C5C-9FF1-459F-AFDE-4335AA0F2FB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57EFE-71E7-4926-8D8B-218C624B3F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32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34000">
              <a:schemeClr val="accent6">
                <a:lumMod val="0"/>
                <a:lumOff val="100000"/>
              </a:schemeClr>
            </a:gs>
            <a:gs pos="74000">
              <a:srgbClr val="7030A0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Классификация памяти</a:t>
            </a:r>
            <a:endParaRPr lang="ru-RU" b="1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Задание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: </a:t>
            </a:r>
            <a:r>
              <a:rPr lang="ru-RU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Составить схему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“</a:t>
            </a:r>
            <a:r>
              <a:rPr lang="ru-RU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Классификация памяти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”.</a:t>
            </a:r>
            <a:endParaRPr lang="ru-RU" dirty="0">
              <a:solidFill>
                <a:schemeClr val="bg1">
                  <a:lumMod val="8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0"/>
                <a:lumOff val="100000"/>
              </a:schemeClr>
            </a:gs>
            <a:gs pos="74000">
              <a:srgbClr val="7030A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057275"/>
            <a:ext cx="10515600" cy="9525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Статическая память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:</a:t>
            </a:r>
            <a:r>
              <a:rPr lang="ru-RU" b="1" dirty="0" smtClean="0">
                <a:latin typeface="Arial Black" panose="020B0A04020102020204" pitchFamily="34" charset="0"/>
              </a:rPr>
              <a:t/>
            </a:r>
            <a:br>
              <a:rPr lang="ru-RU" b="1" dirty="0" smtClean="0">
                <a:latin typeface="Arial Black" panose="020B0A04020102020204" pitchFamily="34" charset="0"/>
              </a:rPr>
            </a:b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52525"/>
            <a:ext cx="8620125" cy="47339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Статическая память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— </a:t>
            </a:r>
            <a:r>
              <a:rPr lang="ru-RU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выделяется 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до начала работы программы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, на стадии компиляции и сборки. Статические переменные имеют фиксированный адрес, известный до запуска программы и не изменяющийся в процессе её работы. Инициализируются до входа в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функцию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main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ru-RU" sz="2400" b="1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</a:rPr>
              <a:t>—</a:t>
            </a: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Глобальные переменные 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—</a:t>
            </a:r>
            <a:r>
              <a:rPr lang="ru-RU" sz="2400" dirty="0"/>
              <a:t> 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определены вне функций, в описании которых отсутствует </a:t>
            </a: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</a:rPr>
              <a:t>спецификатор</a:t>
            </a:r>
            <a:r>
              <a:rPr lang="ru-RU" sz="2400" i="1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— </a:t>
            </a:r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Статические 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переменные на уровне </a:t>
            </a:r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функции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</a:rPr>
              <a:t>—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 доступны только в текущей функции.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— </a:t>
            </a:r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Статические 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переменные на уровне файла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 — 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</a:rPr>
              <a:t>доступны только в текущем файле</a:t>
            </a: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Особенности</a:t>
            </a:r>
            <a:r>
              <a:rPr lang="ru-RU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Размер данных должен быть фиксирован и известен на стадии компиляции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В многопоточных программах статическая память является общей для всех потоков, что может потребовать дополнительных инструментов для разграничения доступа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Обеспечивает быстрый доступ к данным и позволяет избежать фрагментации, характерной для динамической памяти.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2400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ru-RU" i="1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41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0"/>
                <a:lumOff val="100000"/>
              </a:schemeClr>
            </a:gs>
            <a:gs pos="74000">
              <a:srgbClr val="7030A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296400" cy="132556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Стек (автоматическая </a:t>
            </a:r>
            <a:r>
              <a:rPr lang="ru-RU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память)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: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/>
            </a:r>
            <a:b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</a:br>
            <a:endParaRPr lang="ru-RU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152525"/>
            <a:ext cx="9401175" cy="50244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Выделяется для каждого потока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.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При вызове функции в стек помещаются параметры и все автоматические (нестатические) переменные, которые определяются внутри функции. После вызова функции эта часть стека автоматически очищается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en-US" dirty="0" smtClean="0">
              <a:solidFill>
                <a:schemeClr val="bg1">
                  <a:lumMod val="9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Характеристики:</a:t>
            </a:r>
            <a:endParaRPr lang="ru-RU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—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Работает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по принципу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LIFO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(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Last In, First Out 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—  «последним пришёл — первым ушёл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»).</a:t>
            </a:r>
            <a:endParaRPr lang="en-US" dirty="0" smtClean="0">
              <a:solidFill>
                <a:schemeClr val="bg1">
                  <a:lumMod val="9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—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Имеет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фиксированный размер, который задаётся при создании потока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—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Быстрый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доступ к данным благодаря простой организации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en-US" dirty="0" smtClean="0">
              <a:solidFill>
                <a:schemeClr val="bg1">
                  <a:lumMod val="9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Применение: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 используется для хранения локальных переменных, управления вызовами функций и передачи параметров между ними.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49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0"/>
                <a:lumOff val="100000"/>
              </a:schemeClr>
            </a:gs>
            <a:gs pos="74000">
              <a:srgbClr val="7030A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009650"/>
            <a:ext cx="10515600" cy="1524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Динамическая память</a:t>
            </a:r>
            <a:r>
              <a:rPr lang="ru-RU" b="1" dirty="0">
                <a:latin typeface="Arial Black" panose="020B0A04020102020204" pitchFamily="34" charset="0"/>
              </a:rPr>
              <a:t/>
            </a:r>
            <a:br>
              <a:rPr lang="ru-RU" b="1" dirty="0">
                <a:latin typeface="Arial Black" panose="020B0A04020102020204" pitchFamily="34" charset="0"/>
              </a:rPr>
            </a:b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62050"/>
            <a:ext cx="10515600" cy="50149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Позволяет программе захватывать участки памяти нужного размера во время выполнения программы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.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После использования такой участок следует освободить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Особенности:</a:t>
            </a:r>
            <a:endParaRPr lang="ru-RU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—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Не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имеет ограничений на размер, кроме физических ограничений физической памяти системы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—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Управление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памятью ложится на программиста: нужно явно выделять память перед использованием переменной и освобождать, когда она больше не нужна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.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—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В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языках без сборщика мусора (например, C, C++) за освобождение памяти отвечает программист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. Некорректное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управление может привести к утечкам памяти и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фрагментации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.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Для выделения памяти в куче используются </a:t>
            </a:r>
            <a:r>
              <a:rPr lang="ru-RU" b="1" dirty="0" smtClean="0">
                <a:solidFill>
                  <a:schemeClr val="bg1">
                    <a:lumMod val="95000"/>
                  </a:schemeClr>
                </a:solidFill>
              </a:rPr>
              <a:t>функции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malloc, calloc,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 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realloc</a:t>
            </a:r>
            <a:r>
              <a:rPr lang="ru-RU" b="1" dirty="0">
                <a:solidFill>
                  <a:schemeClr val="bg1">
                    <a:lumMod val="95000"/>
                  </a:schemeClr>
                </a:solidFill>
              </a:rPr>
              <a:t> , а для освобождения — </a:t>
            </a:r>
            <a:r>
              <a:rPr lang="ru-RU" b="1" dirty="0" smtClean="0">
                <a:solidFill>
                  <a:schemeClr val="bg1">
                    <a:lumMod val="95000"/>
                  </a:schemeClr>
                </a:solidFill>
              </a:rPr>
              <a:t>функция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free.</a:t>
            </a:r>
            <a:endParaRPr lang="ru-RU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144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215</Words>
  <Application>Microsoft Office PowerPoint</Application>
  <PresentationFormat>Широкоэкранный</PresentationFormat>
  <Paragraphs>28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Arial Rounded MT Bold</vt:lpstr>
      <vt:lpstr>Calibri</vt:lpstr>
      <vt:lpstr>Calibri Light</vt:lpstr>
      <vt:lpstr>Тема Office</vt:lpstr>
      <vt:lpstr>Классификация памяти</vt:lpstr>
      <vt:lpstr>Статическая память: </vt:lpstr>
      <vt:lpstr>Стек (автоматическая память): </vt:lpstr>
      <vt:lpstr>Динамическая память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Классификация памяти</dc:title>
  <dc:creator>9231 kopr</dc:creator>
  <cp:lastModifiedBy>9231 kopr</cp:lastModifiedBy>
  <cp:revision>4</cp:revision>
  <dcterms:created xsi:type="dcterms:W3CDTF">2026-04-30T03:42:58Z</dcterms:created>
  <dcterms:modified xsi:type="dcterms:W3CDTF">2026-04-30T04:06:50Z</dcterms:modified>
</cp:coreProperties>
</file>